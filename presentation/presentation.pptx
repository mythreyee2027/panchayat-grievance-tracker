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91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Panchayat Grievance Register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Resolution Tracker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way for a panchayat office to record every complaint,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3E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is still waiting, and act on the oldest cases first.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· Internal Practical Assessment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26B65-A73B-D98F-9D66-74F4F35542BF}"/>
              </a:ext>
            </a:extLst>
          </p:cNvPr>
          <p:cNvSpPr txBox="1"/>
          <p:nvPr/>
        </p:nvSpPr>
        <p:spPr>
          <a:xfrm>
            <a:off x="731519" y="5254674"/>
            <a:ext cx="297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: MYTHREYEE.S</a:t>
            </a:r>
          </a:p>
          <a:p>
            <a:r>
              <a:rPr lang="en-US" dirty="0"/>
              <a:t>DEPARTMENT : BTECH AI&amp;DS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about a blocked drain, a broken street light, or a damaged road are written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register or on loose slips at the panchayat office.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3520440" cy="265176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834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again and again just to ask what happened to their complaint.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651760"/>
            <a:ext cx="3520440" cy="265176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834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panchayat clerk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33375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say how many complaints are open or which have waited longest.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651760"/>
            <a:ext cx="3520440" cy="265176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834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panchayat secretary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33375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show what was done, or which department is falling behind.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exists - it is simply not in a form anyone can act on or be held 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Solution, in One Sentence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1064240" cy="182880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online register where every complaint is logged against the right department,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visible until it is closed, and is shown to the clerk with the oldest, still-waiting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at the very top.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gives the clerk an early flag for complaints that look likely to be delayed,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5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those can be prioritised before they become a repeat complaint.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a Grievance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ward clerk fills a short form. Every field is checked on the server before it is saved.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6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Add a screenshot of your running "Record a New Grievance" form here ]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682976-A6EE-51C9-97CE-5FA07F4E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734" y="1691640"/>
            <a:ext cx="8865312" cy="4536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Register: Search, Filter, Oldest 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waiting time is calculated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In Progress cases: days waiting = today's date − date the grievance was raised.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cases: days to resolve = the date it was closed − the date it was raised.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 is sorted so open cases come first, oldest date first - the oldest unresolved complaint is always at the top.</a:t>
            </a:r>
            <a:endParaRPr lang="en-US" sz="12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6BF197-A2C6-1234-4566-3476622AF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482" y="1229011"/>
            <a:ext cx="5509004" cy="3579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Today, What Is Unfinished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Recording a grievance end to end, with server-side validation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Searching, filtering and ordering the register by urgency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simple risk-of-delay prediction shown at creation time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Loading, empty and error states on every screen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finished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89603" y="2103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Updating a grievance's status (Open → In Progress → Resolved) has to be</a:t>
            </a: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done directly in the database — there is no button on the screen for the</a:t>
            </a: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clerk to change it themselves yet.</a:t>
            </a:r>
          </a:p>
          <a:p>
            <a:pPr>
              <a:lnSpc>
                <a:spcPct val="130000"/>
              </a:lnSpc>
            </a:pPr>
            <a:endParaRPr lang="en-US" sz="1100" dirty="0">
              <a:solidFill>
                <a:srgbClr val="1E2A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Filtering by category and department is supported by the backend, but the</a:t>
            </a: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screen currently only has a filter dropdown for status.</a:t>
            </a:r>
          </a:p>
          <a:p>
            <a:pPr>
              <a:lnSpc>
                <a:spcPct val="130000"/>
              </a:lnSpc>
            </a:pPr>
            <a:endParaRPr lang="en-US" sz="1100" dirty="0">
              <a:solidFill>
                <a:srgbClr val="1E2A2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prediction model was trained on a small seeded dataset (~26 resolved</a:t>
            </a: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cases), so its accuracy is limited — it is a working demo, not a production-ready model.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Improvement We Would Make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11064240" cy="237744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button on each grievance row so the clerk can update its status</a:t>
            </a:r>
          </a:p>
          <a:p>
            <a:r>
              <a:rPr lang="en-US" i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from the screen (e.g. mark it "In Progress" or "Resolved"),</a:t>
            </a:r>
          </a:p>
          <a:p>
            <a:r>
              <a:rPr lang="en-US" i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needing direct database access. This is the most obviously</a:t>
            </a:r>
          </a:p>
          <a:p>
            <a:r>
              <a:rPr lang="en-US" i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piece of daily-use functionality, and would make the register</a:t>
            </a:r>
          </a:p>
          <a:p>
            <a:r>
              <a:rPr lang="en-US" i="1" dirty="0">
                <a:solidFill>
                  <a:srgbClr val="1E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end-to-end by a non-technical clerk.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Widescreen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Mythreyee S</cp:lastModifiedBy>
  <cp:revision>2</cp:revision>
  <dcterms:created xsi:type="dcterms:W3CDTF">2026-07-25T03:50:47Z</dcterms:created>
  <dcterms:modified xsi:type="dcterms:W3CDTF">2026-07-26T02:32:12Z</dcterms:modified>
</cp:coreProperties>
</file>